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Space Grotesk Light"/>
      <p:regular r:id="rId26"/>
      <p:bold r:id="rId27"/>
    </p:embeddedFont>
    <p:embeddedFont>
      <p:font typeface="Space Grotesk Medium"/>
      <p:regular r:id="rId28"/>
      <p:bold r:id="rId29"/>
    </p:embeddedFont>
    <p:embeddedFont>
      <p:font typeface="Space Grotesk SemiBold"/>
      <p:regular r:id="rId30"/>
      <p:bold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Ligh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SpaceGroteskMedium-regular.fntdata"/><Relationship Id="rId27" Type="http://schemas.openxmlformats.org/officeDocument/2006/relationships/font" Target="fonts/SpaceGrotesk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SemiBold-bold.fntdata"/><Relationship Id="rId30" Type="http://schemas.openxmlformats.org/officeDocument/2006/relationships/font" Target="fonts/SpaceGrotesk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5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438c71b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438c71b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438c71be1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438c71be1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438c71be1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438c71be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438c71be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438c71be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438c71be1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438c71be1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438c71be1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438c71be1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438c71be1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438c71be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438c71be1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438c71be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438c71be1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438c71be1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438c71be1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438c71be1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438c71be1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438c71be1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438c71be1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438c71be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438c71be1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438c71be1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438c71be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438c71be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438c71be1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438c71be1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438c71be1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438c71be1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ourism-analytics-lspgujljb57fg6tfgdkxtg.streamlit.app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918300" y="838475"/>
            <a:ext cx="77622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Tourism Experience Analytics </a:t>
            </a:r>
            <a:endParaRPr b="1" sz="5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5310250" y="3069650"/>
            <a:ext cx="386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Sabitha J </a:t>
            </a:r>
            <a:endParaRPr sz="16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Domain: Data Science with Gen AI </a:t>
            </a:r>
            <a:endParaRPr sz="16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Abstract</a:t>
            </a:r>
            <a:endParaRPr b="1"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Tourism generates large volumes of data that can be used to improve traveler experiences and decision-making. This project, Tourism Experience Analytics, applies Data Science and Machine Learning techniques to analyze tourist behavior and build intelligent tourism solutions.</a:t>
            </a:r>
            <a:endParaRPr sz="130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system uses 52,930 tourist transactions, 33,530 users, and 30 attractions to develop rating prediction, visit mode classification, and personalized attraction recommendation models.</a:t>
            </a:r>
            <a:endParaRPr sz="130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Machine learning models and a hybrid recommendation system were integrated into a Streamlit web application, enabling tourism analytics, prediction, and personalized recommendations.</a:t>
            </a:r>
            <a:endParaRPr sz="130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project demonstrates how data-driven approaches can enhance tourism services through intelligent insights, predictive analytics, and personalized user experiences.</a:t>
            </a:r>
            <a:endParaRPr sz="130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Introduction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tourism industry generates large volumes of travel-related data that can be used to understand tourist behavior and improve travel experiences. This project applies Data Science and Machine Learning techniques to build a tourism analytics system for rating prediction, visit mode classification, and personalized attraction recommendations.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system follows a complete workflow including data preprocessing, feature engineering, exploratory data analysis (EDA), machine learning model development, and Streamlit deployment to deliver intelligent tourism insights.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Problem Statement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Tourism platforms generate large amounts of travel data but often fail to utilize it effectively for personalization and prediction.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Traditional recommendation systems rely on popularity-based approaches, which do not capture individual tourist preferences and behavior.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This project addresses these challenges by developing a system for rating prediction, visit mode classification, and personalized attraction recommendations using Machine Learning.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5" name="Google Shape;345;p42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Objectives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Develop a machine learning system to predict tourist attraction ratings.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Build a classification model to identify tourist visit modes (Couple, Family, Friends, Solo, Business).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Create a hybrid recommendation system for personalized attraction suggestions.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Perform data cleaning, feature engineering, and exploratory data analysis (EDA).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Deploy the solution through an interactive Streamlit web application.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Technology Stack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Programming Language: Python 3.12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Processing: Pandas, NumPy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Visualization: Matplotlib, Seaborn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Machine Learning: Scikit-Learn, XGBoost, LightGBM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Imbalance Handling: SMOTE (imbalanced-learn)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Development Environment: Google Colab, VS Code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Web Application: Streamlit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Version Control: GitHub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Dataset Description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project uses a relational tourism dataset containing tourist visit records, user demographics, attraction information, and geographical details.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dataset consists of 9 interconnected tables, including Transaction, User, Attraction, City, Country, Region, Continent, Attraction Type, and Visit Mode.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It contains 52,930 tourist transactions, 33,530 users, and 30 attractions, covering tourist activities from 2013 to 2022.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dataset was used for rating prediction, visit mode classification, and personalized attraction recommendation development.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Preprocessing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Missing Value Handling: Identified and handled missing values to improve data quality.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Duplicate Validation: Verified dataset uniqueness and removed duplicate records.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Type Correction: Standardized inconsistent data formats across relational tables.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Integration: Merged 9 relational tables into a single master dataset.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Engineering: Created new features such as User_Avg_Rating, User_Visit_Count, Attraction_Avg_Rating, Attraction_Visit_Count, and Season.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Preparation: Prepared the final dataset for EDA, Machine Learning modeling, and Recommendation System development.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Exploratory Data Analysis (EDA)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Analyzed tourist ratings, visit patterns, attraction popularity, and geographic trends.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Identified class imbalance in visit modes and studied tourist travel behavior.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Performed correlation analysis to identify important features influencing predictions.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Discovered key insights such as high tourist satisfaction, dominant travel categories, and popular attraction types.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Generated visualizations to support data understanding and machine learning model development.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Engineering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Created User_Avg_Rating to capture individual user rating behavior.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Developed User_Visit_Count to measure user engagement and travel activity.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Generated Attraction_Avg_Rating and Attraction_Visit_Count to represent attraction popularity and satisfaction levels.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Derived a Season feature from visit month to analyze seasonal travel patterns.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Engineered features improved model performance, prediction accuracy, and recommendation quality.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Models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Regression Model – Rating Prediction</a:t>
            </a:r>
            <a:endParaRPr sz="20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Objective: Predict tourist attraction ratings (1–5 scale)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Models Used: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Linear Regression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XGBoost Regressor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Random Forest Regressor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Best Model: Linear Regression (R² = 0.7375)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7" name="Google Shape;387;p49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Classification Model – Visit Mode Prediction</a:t>
            </a:r>
            <a:endParaRPr sz="20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Objective: Predict tourist travel mode (Couple, Family, Friends, Solo, Business)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Models Used: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XGBoost Classifier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LightGBM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 SemiBold"/>
              <a:buChar char="○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Random Forest Classifier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Class imbalance handled using SMOTE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Best Model: XGBoost (F1 Score = 0.4565)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3" name="Google Shape;393;p50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Recommendation System</a:t>
            </a:r>
            <a:endParaRPr sz="20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Collaborative Filtering – User similarity-based recommendations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Content-Based Filtering – Attraction feature similarity recommendations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Hybrid Recommendation System – Combines both approaches for personalized attraction suggestions.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URL</a:t>
            </a:r>
            <a:endParaRPr sz="20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🌐 App: </a:t>
            </a:r>
            <a:r>
              <a:rPr lang="en" sz="1500" u="sng">
                <a:solidFill>
                  <a:schemeClr val="hlink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3"/>
              </a:rPr>
              <a:t>https://tourism-analytics-lspgujljb57fg6tfgdkxtg.streamlit.app/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📁 GitHub: github.com/Sabitha-23/tourism-analytics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1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9" name="Google Shape;399;p51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Insights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 Tourist Satisfaction: Average tourist rating is 4.16/5, with 79% of ratings being 4 or 5 stars.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Couples Dominate Tourism: Couples account for 40% of total visits, making them the largest travel category.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Attraction Quality Matters Most: User_Avg_Rating and Attraction_Avg_Rating are the strongest predictors of tourist ratings.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Outdoor Attractions are Popular: Beaches, Nature &amp; Wildlife Areas, and National Parks receive the highest tourist interest.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Season Has Minimal Impact: Tourist satisfaction remains relatively consistent across all seasons.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Engineering Improved Performance: Engineered features significantly enhanced prediction accuracy and recommendation quality.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2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5" name="Google Shape;405;p52"/>
          <p:cNvSpPr txBox="1"/>
          <p:nvPr/>
        </p:nvSpPr>
        <p:spPr>
          <a:xfrm>
            <a:off x="613000" y="580100"/>
            <a:ext cx="7762200" cy="4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Conclusion</a:t>
            </a:r>
            <a:endParaRPr sz="3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Successfully developed an end-to-end Tourism Experience Analytics System using Data Science and Machine Learning.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Built models for rating prediction, visit mode classification, and personalized attraction recommendations.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Achieved strong performance with Linear Regression (R² = 0.7375) and implemented a hybrid recommendation system.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Deployed the solution as a Streamlit web application for real-time analytics, prediction, and recommendations.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Demonstrated how data-driven approaches can improve tourism experiences through intelligent insights and personalization.</a:t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3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1" name="Google Shape;411;p53"/>
          <p:cNvSpPr txBox="1"/>
          <p:nvPr/>
        </p:nvSpPr>
        <p:spPr>
          <a:xfrm>
            <a:off x="1270600" y="1789650"/>
            <a:ext cx="6341400" cy="14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b="1" sz="8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